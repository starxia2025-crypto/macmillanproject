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Helpdesk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Usuario → IIS → Backend → SQL 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DB no expuesta</a:t>
            </a:r>
          </a:p>
          <a:p>
            <a:r>
              <a:t>• Backend controla acceso</a:t>
            </a:r>
          </a:p>
          <a:p>
            <a:r>
              <a:t>• Permisos mínimos</a:t>
            </a:r>
          </a:p>
          <a:p>
            <a:r>
              <a:t>• Sin subida de archivos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